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993CB-57A4-6206-2965-D17332123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39A1C0-8B37-5ECD-3226-789ECC477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4D92C9-EE31-F8A1-484E-3ABA46DC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C7A4C3-4D36-BC35-828A-BC3CF5EC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C15BB9-BF23-2073-5AC6-B9943DFA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32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50DFD-92D8-B022-A11D-0A766BC7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16908-C4F3-8785-0649-2B91B9F32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47B5CB-3524-A78A-4580-7CE976C8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F12BD5-EFE1-7869-A7C5-D31F8EAD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6C01FB-B06C-19AE-1392-F7F49EBA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09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B406A-E92A-4AF7-4367-F2D27BDB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4B87C4-24B6-2D0C-2982-1A5FF5E60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007058-25AA-C32D-FF7B-6E8543A6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D1239C-99BF-18C6-B543-6471B127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D23A22-E282-26E7-C106-1B468379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994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B2C76-3B27-E926-01AB-3D58179E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331EDF-835C-574B-C159-CBF1DA4D0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DEA6791-2BA2-D548-AF3E-450DA9D94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91A8D4-01E7-96CD-337A-602FF8A8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322645-B8EF-2C9A-04D1-6CD4CF33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07A3A9-0D89-70A5-38AE-B0C0718A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12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7BFB0-3451-405D-BFE7-AD8E2B361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783F06-125E-6749-D520-157D88746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025CCE-6BC8-DD72-C8A4-1C61D9BF3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153B95-0079-CEE8-4CDC-63D2A548D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59BBCE-5389-87BE-AD00-CBDC040AE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EFA096-C345-308B-783F-C5A7C311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0EE2B8C-59ED-D5CC-CDE2-1529A176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F406DD1-0697-3C21-E38E-E0405D26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29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47E9A5-83F8-6AB8-28C1-1554AC3D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F212C68-F8B4-981B-DC2C-79E7BFD6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DAACA1D-AE29-1A65-FE79-A85CB50F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C2580A3-36E9-08CF-5799-499B82BE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90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44D6C46-D26C-6462-481D-3DEAD19D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E0F4A-5353-DEE9-8FDA-6560E15E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1761C4-0B75-4CD1-B317-F77FDA3D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67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893EEC-84B3-7C37-FEA6-A3C7BC22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D60F9F-9D27-0ABC-73CA-8FFDB6DB7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77C1C9-CE72-B26C-A191-10D4678C2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E491C3-D4CE-96F7-2BDD-7BB71214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EE5700-04FE-CD7C-BF65-6571A060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4C3B60-3F38-8367-9826-E354174D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54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A1345-B0FD-B244-CFCC-A511A55E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A83283-0AE5-4302-17CD-CF3E8116F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B4C4A80-C836-D810-F8FC-9EBF1E3F5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9DAA5C-FEE6-87F4-CB9B-544720ED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8560F4-61A2-0AF0-D7CB-65E5435C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E0D4AA-F168-478E-7708-E8736597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81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F58700-1670-FAFD-F948-7CA3EF35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359681-9559-DEA2-E587-3D3474145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0E1F5-78FB-3163-3BF7-D59DBC5B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2DB8BA-31A4-BBE4-3239-B59E56F0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87C301-9B9D-1271-77C8-A3FCF769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098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19F15DB-26DE-94A5-B198-A8B4C383E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8DB0E1D-DEE2-2F72-8D24-9F156BDF1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B9FDA9-F52C-5C2B-1E6C-5F3CE6105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0E84D5-92A8-6DB8-C504-35358D62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5456F6-FC70-214D-8A11-B0B96F02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3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5EAABE-D324-E62B-680A-A407DCF0D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292650-D192-9998-C37F-4927FE3BC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C51059-007E-C659-F904-6148CC1E5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A8D0E-DC8F-44A8-A7CE-FAF738619D75}" type="datetimeFigureOut">
              <a:rPr lang="zh-TW" altLang="en-US" smtClean="0"/>
              <a:t>2026/6/27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91F2EE-533B-B4D8-0840-F0EF02FB3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4A525E-E5AB-B825-6760-37855C7BF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21A2F-4D10-45B3-9D36-E4B427FDF7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8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D6ECE9D-E4E6-3AE1-FEDC-CCEBF7871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54" y="819004"/>
            <a:ext cx="9438891" cy="521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9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C4600BE-8EB6-5E1D-07B5-5ACB134B0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79" y="1977582"/>
            <a:ext cx="10037642" cy="290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4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YiTing Huang</dc:creator>
  <cp:lastModifiedBy>YiTing Huang</cp:lastModifiedBy>
  <cp:revision>2</cp:revision>
  <dcterms:created xsi:type="dcterms:W3CDTF">2026-06-27T10:36:30Z</dcterms:created>
  <dcterms:modified xsi:type="dcterms:W3CDTF">2026-06-27T11:24:49Z</dcterms:modified>
</cp:coreProperties>
</file>