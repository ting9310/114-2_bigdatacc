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227E72-6FBA-3F7D-D3BB-75207276B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864B086-79AE-AB73-4B78-AE2821977B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84EFBB-557F-9E3A-AEB3-FE4115AE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8724A6-4425-047D-216E-FB52BCD24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1031D6-B596-2F70-6F5B-94260DF6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56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6DA039-E983-C903-2387-676BE109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E65F50-52A3-4137-84DE-EBE977FB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A3D962-E4F8-7B43-348D-63DBED78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5E1BA8-B066-CBBB-4D52-C2DF24FB0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83AC4-FC40-78A5-E0F0-8683B5A4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49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4DFC25-CE14-FC62-F004-10FD9022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1653E79-05D7-3D58-D9A9-CD038F1E5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B036A9-2A3D-A5A0-C3CB-DC925CC5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CFBAA3-266D-A8C8-38F3-73C0BCF1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D642C7-C78D-6879-556A-C2486AE9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352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3A80A1-ED8C-A393-E8A0-70EB4303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46CE72-92C9-8A29-E20F-7151EB285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1C5577-A881-F5B3-EE48-60CC53666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3D57980-E2B9-3449-8AB0-F533BD78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161790-6606-A35E-D89A-A4AD1CD5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9A7DF54-260C-9AEA-2312-26AA34E1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412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4D057-B97F-741C-B2B5-6A7DA7809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55B182-220F-D612-E066-F2AB33A22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1C8795-23F7-D019-0C1C-1A20F6FB4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9B8B907-85A2-9E5B-CF4C-5E1CB27C2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81804A1-3E1C-86EC-9A0D-A51928EC6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4660904-209E-04D5-3316-43A7A562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E459B62-4EF4-046E-2BC9-D26E8CBB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A2CF2ED-75AD-C6BA-E711-A4D6A6B1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462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5B1ADF-6BB5-4EF8-9E26-02A3E56E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794B2AA-8BBD-6D0B-132C-B20E03175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516BAB2-A0B3-EEC8-D11E-869694C2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AD768E-F7D8-B418-8944-60CE3446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33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9E4F925-BC93-73A4-3B89-0F59F866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CEC1319-EB19-81C4-907E-C1CB791BE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917DA4-0E2B-F3D7-0D4C-53AD6B6F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203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E519D7-8DC0-6EE4-594D-75C99A52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6085CA-622D-C7F0-AB72-0AC69964C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05CAF2-B230-A669-09DB-B99EE65E4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C9CDA97-B2FE-714F-CDFF-D139FFEC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20B033-F063-9B33-D9D8-C16749CB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36E3D5-70D3-D8AB-76ED-1425D2C84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0321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CCDEF3-C2AB-AD8B-23D0-CC50B540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92DD1F6-DC8B-EEEE-D781-9A3EC8FAB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B44FE7-23CE-CB03-627C-13805CC3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A0A9C-1A4E-22FF-27A7-53E599A4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666CBB-499F-3CB8-E7FE-BA695540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530A70-ADFD-F1D5-3BCB-5A0D6C6F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816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6BE149-F2C5-6BC1-5B4D-30B8F37DB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76EF5E4-4097-A56E-BB44-75A4C18B4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F5FE48-0D24-A2B9-5E81-D47D6181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3CF2FC-EE2E-3F12-832F-CCA25C9D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A72D8B-649A-3003-172E-3D3CECFE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7875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807BFFD-2B99-DCF7-79F4-8E4C08FDF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38BA778-1C99-7FB1-3528-6DD2A19F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493E71-C79B-80CD-27E0-EACB4FF4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0B4A0F-D5B1-21F8-67A2-05DED439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1E5AA9-5D74-E7C1-41FF-0AEACED1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10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E603EAD-3758-3855-3C37-3CC2EC04F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315795-6CCC-AB33-FE1A-09E7E1325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0AEC36-6532-684A-DF96-C3B93F6A4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6B1A3-645B-4068-965C-0764B8F79A98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1531AF-C45E-32B4-44A9-3C8E9FB78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7D2523-CBD3-DCA0-09B7-3971FBDBE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2FF5A-CEDD-4151-9F74-C67DAF2B59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084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76F5B6-F82B-3123-E958-AAFDE3018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3095" y="192504"/>
            <a:ext cx="6785810" cy="580189"/>
          </a:xfrm>
        </p:spPr>
        <p:txBody>
          <a:bodyPr>
            <a:normAutofit/>
          </a:bodyPr>
          <a:lstStyle/>
          <a:p>
            <a:r>
              <a:rPr lang="zh-TW" altLang="en-US" sz="2000" dirty="0"/>
              <a:t>特定海域風浪分佈雲端查詢系統</a:t>
            </a:r>
          </a:p>
        </p:txBody>
      </p:sp>
      <p:pic>
        <p:nvPicPr>
          <p:cNvPr id="1026" name="Picture 2" descr="Cartoon ship 張「33萬」免版稅圖片、庫存照片和影像| Shutterstock">
            <a:extLst>
              <a:ext uri="{FF2B5EF4-FFF2-40B4-BE49-F238E27FC236}">
                <a16:creationId xmlns:a16="http://schemas.microsoft.com/office/drawing/2014/main" id="{11B63E66-3496-FF0D-2825-5DFCEA372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214" b="90000" l="10000" r="90385">
                        <a14:foregroundMark x1="64231" y1="11786" x2="64231" y2="11786"/>
                        <a14:foregroundMark x1="60385" y1="13571" x2="70000" y2="9286"/>
                        <a14:foregroundMark x1="90769" y1="82500" x2="90769" y2="82500"/>
                        <a14:foregroundMark x1="22308" y1="46429" x2="30385" y2="46429"/>
                        <a14:foregroundMark x1="33846" y1="47143" x2="22692" y2="45357"/>
                        <a14:foregroundMark x1="33077" y1="44643" x2="33077" y2="44643"/>
                        <a14:foregroundMark x1="82308" y1="57500" x2="82308" y2="57500"/>
                        <a14:foregroundMark x1="76538" y1="57857" x2="76538" y2="57857"/>
                        <a14:foregroundMark x1="71923" y1="8214" x2="71923" y2="8214"/>
                        <a14:foregroundMark x1="55769" y1="20714" x2="55769" y2="26786"/>
                        <a14:foregroundMark x1="19615" y1="74643" x2="20769" y2="77143"/>
                        <a14:foregroundMark x1="15000" y1="77143" x2="12308" y2="77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374" y="834189"/>
            <a:ext cx="2409467" cy="2594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學校世界地圖卡通向量插圖| Premium AI 生成向量圖">
            <a:extLst>
              <a:ext uri="{FF2B5EF4-FFF2-40B4-BE49-F238E27FC236}">
                <a16:creationId xmlns:a16="http://schemas.microsoft.com/office/drawing/2014/main" id="{CEF2E012-0F85-D7AD-0B40-B6CCDAE32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3621506"/>
            <a:ext cx="3325995" cy="18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數據儀表板矢量- 從Freepik下載免費優質矢量| Freepik">
            <a:extLst>
              <a:ext uri="{FF2B5EF4-FFF2-40B4-BE49-F238E27FC236}">
                <a16:creationId xmlns:a16="http://schemas.microsoft.com/office/drawing/2014/main" id="{44580B11-7286-1479-D861-1CAFA5995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383" y="4667089"/>
            <a:ext cx="2799234" cy="18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20" descr="What are stocks, and how does stock trading work? | ThinkMarkets">
            <a:extLst>
              <a:ext uri="{FF2B5EF4-FFF2-40B4-BE49-F238E27FC236}">
                <a16:creationId xmlns:a16="http://schemas.microsoft.com/office/drawing/2014/main" id="{13DD575A-985A-802B-B7E7-15FB651547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1972491" cy="1972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" name="AutoShape 22" descr="What are stocks, and how does stock trading work? | ThinkMarkets">
            <a:extLst>
              <a:ext uri="{FF2B5EF4-FFF2-40B4-BE49-F238E27FC236}">
                <a16:creationId xmlns:a16="http://schemas.microsoft.com/office/drawing/2014/main" id="{9E116F09-A6EE-7005-32F5-CD510074E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50777" y="3958044"/>
            <a:ext cx="3479074" cy="347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3" name="AutoShape 24" descr="What are stocks, and how does stock trading work? | ThinkMarkets">
            <a:extLst>
              <a:ext uri="{FF2B5EF4-FFF2-40B4-BE49-F238E27FC236}">
                <a16:creationId xmlns:a16="http://schemas.microsoft.com/office/drawing/2014/main" id="{A993F6E9-4D83-F5B6-536F-7F5DB19723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857794" cy="857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5" name="圖片 14" descr="一張含有 螢幕擷取畫面, 行 的圖片&#10;&#10;AI 產生的內容可能不正確。">
            <a:extLst>
              <a:ext uri="{FF2B5EF4-FFF2-40B4-BE49-F238E27FC236}">
                <a16:creationId xmlns:a16="http://schemas.microsoft.com/office/drawing/2014/main" id="{4B090006-A6EB-8BDD-4302-82E7B2EDCC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5" t="8903" r="8486" b="10831"/>
          <a:stretch/>
        </p:blipFill>
        <p:spPr>
          <a:xfrm>
            <a:off x="8823864" y="3129325"/>
            <a:ext cx="2583480" cy="1657438"/>
          </a:xfrm>
          <a:prstGeom prst="rect">
            <a:avLst/>
          </a:prstGeom>
        </p:spPr>
      </p:pic>
      <p:pic>
        <p:nvPicPr>
          <p:cNvPr id="1052" name="Picture 28" descr="手绘黄色卡通箭头免抠元素图片免费下载_PNG素材_编号18mipw4o7_图精灵">
            <a:extLst>
              <a:ext uri="{FF2B5EF4-FFF2-40B4-BE49-F238E27FC236}">
                <a16:creationId xmlns:a16="http://schemas.microsoft.com/office/drawing/2014/main" id="{090E1BB7-C3B4-A29D-219F-219BC6AD6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4375" y1="40625" x2="34375" y2="40625"/>
                        <a14:foregroundMark x1="28000" y1="46125" x2="28000" y2="46125"/>
                        <a14:foregroundMark x1="56875" y1="59875" x2="56875" y2="59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68757">
            <a:off x="3193729" y="2398894"/>
            <a:ext cx="1460863" cy="146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8" descr="手绘黄色卡通箭头免抠元素图片免费下载_PNG素材_编号18mipw4o7_图精灵">
            <a:extLst>
              <a:ext uri="{FF2B5EF4-FFF2-40B4-BE49-F238E27FC236}">
                <a16:creationId xmlns:a16="http://schemas.microsoft.com/office/drawing/2014/main" id="{7D281DA0-6A95-C035-2E58-E48AFE140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4375" y1="40625" x2="34375" y2="40625"/>
                        <a14:foregroundMark x1="28000" y1="46125" x2="28000" y2="46125"/>
                        <a14:foregroundMark x1="56875" y1="59875" x2="56875" y2="59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700301">
            <a:off x="5341666" y="3069905"/>
            <a:ext cx="1460863" cy="146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8" descr="手绘黄色卡通箭头免抠元素图片免费下载_PNG素材_编号18mipw4o7_图精灵">
            <a:extLst>
              <a:ext uri="{FF2B5EF4-FFF2-40B4-BE49-F238E27FC236}">
                <a16:creationId xmlns:a16="http://schemas.microsoft.com/office/drawing/2014/main" id="{4C057E0B-A616-ABF8-5669-72CFD0459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4375" y1="40625" x2="34375" y2="40625"/>
                        <a14:foregroundMark x1="28000" y1="46125" x2="28000" y2="46125"/>
                        <a14:foregroundMark x1="56875" y1="59875" x2="56875" y2="59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50752">
            <a:off x="6957343" y="2523799"/>
            <a:ext cx="1460863" cy="146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15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3EA7D4A9-8B5A-C647-D8C9-55F1DB903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7" y="260372"/>
            <a:ext cx="11285825" cy="633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15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FCA6B4-D57C-3731-DB7F-0A0CA8AE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951" y="306251"/>
            <a:ext cx="3934097" cy="749572"/>
          </a:xfrm>
        </p:spPr>
        <p:txBody>
          <a:bodyPr/>
          <a:lstStyle/>
          <a:p>
            <a:r>
              <a:rPr lang="zh-TW" altLang="en-US" sz="2000" dirty="0"/>
              <a:t>特定海域風浪分佈雲端查詢系統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589D27-568F-8EFD-C900-3D0A596A8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4206239"/>
            <a:ext cx="2828108" cy="1672047"/>
          </a:xfrm>
        </p:spPr>
        <p:txBody>
          <a:bodyPr>
            <a:normAutofit fontScale="92500" lnSpcReduction="20000"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zh-TW" altLang="en-US" b="0" dirty="0">
                <a:effectLst/>
              </a:rPr>
            </a:br>
            <a:br>
              <a:rPr lang="en-US" altLang="zh-TW" b="0" dirty="0">
                <a:effectLst/>
              </a:rPr>
            </a:br>
            <a:br>
              <a:rPr lang="en-US" altLang="zh-TW" b="0" dirty="0">
                <a:effectLst/>
              </a:rPr>
            </a:br>
            <a:br>
              <a:rPr lang="en-US" altLang="zh-TW" dirty="0"/>
            </a:b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3B3B4C-C321-67DD-C316-8DC5CA3C01DB}"/>
              </a:ext>
            </a:extLst>
          </p:cNvPr>
          <p:cNvSpPr txBox="1"/>
          <p:nvPr/>
        </p:nvSpPr>
        <p:spPr>
          <a:xfrm>
            <a:off x="838200" y="3632954"/>
            <a:ext cx="229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MY SQL DATABSE</a:t>
            </a:r>
            <a:endParaRPr lang="en-US" altLang="zh-TW" b="0" dirty="0">
              <a:effectLst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1DE260-A77E-0A5E-CBED-B08B22AA7ED6}"/>
              </a:ext>
            </a:extLst>
          </p:cNvPr>
          <p:cNvSpPr txBox="1"/>
          <p:nvPr/>
        </p:nvSpPr>
        <p:spPr>
          <a:xfrm>
            <a:off x="5364479" y="5728453"/>
            <a:ext cx="1463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 SERVER</a:t>
            </a:r>
            <a:endParaRPr lang="en-US" altLang="zh-TW" b="0" dirty="0">
              <a:effectLst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732D660-4D9B-7923-EC61-BB5FCEDC78A0}"/>
              </a:ext>
            </a:extLst>
          </p:cNvPr>
          <p:cNvSpPr txBox="1"/>
          <p:nvPr/>
        </p:nvSpPr>
        <p:spPr>
          <a:xfrm>
            <a:off x="9051474" y="3838387"/>
            <a:ext cx="2290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PHP WEB SERVER</a:t>
            </a:r>
            <a:endParaRPr lang="en-US" altLang="zh-TW" b="0" dirty="0">
              <a:effectLst/>
            </a:endParaRPr>
          </a:p>
        </p:txBody>
      </p:sp>
      <p:pic>
        <p:nvPicPr>
          <p:cNvPr id="2052" name="Picture 4" descr="2026年28個值得推薦的資料視覺化工具，趕緊收藏！ | 帆軟軟體">
            <a:extLst>
              <a:ext uri="{FF2B5EF4-FFF2-40B4-BE49-F238E27FC236}">
                <a16:creationId xmlns:a16="http://schemas.microsoft.com/office/drawing/2014/main" id="{2D6F7A1D-019D-FDC9-2779-35C8B2F4C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732" y="1381818"/>
            <a:ext cx="3859316" cy="201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ySQL 基本語法(一) 創建表格、資料庫">
            <a:extLst>
              <a:ext uri="{FF2B5EF4-FFF2-40B4-BE49-F238E27FC236}">
                <a16:creationId xmlns:a16="http://schemas.microsoft.com/office/drawing/2014/main" id="{4F704BA8-1556-88F9-4C4D-F12F3CD95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46" y="2141492"/>
            <a:ext cx="2537462" cy="1127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andy Linear Icon Depicting Ai Server庫存向量圖（免版稅）2397874835 | Shutterstock">
            <a:extLst>
              <a:ext uri="{FF2B5EF4-FFF2-40B4-BE49-F238E27FC236}">
                <a16:creationId xmlns:a16="http://schemas.microsoft.com/office/drawing/2014/main" id="{7E395101-2DD1-E083-45CB-13961A781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75" b="90000" l="10000" r="90000">
                        <a14:foregroundMark x1="47667" y1="52188" x2="47667" y2="52188"/>
                        <a14:foregroundMark x1="56000" y1="52938" x2="56000" y2="52938"/>
                        <a14:foregroundMark x1="38200" y1="31438" x2="38200" y2="31438"/>
                        <a14:foregroundMark x1="29400" y1="34125" x2="29400" y2="34125"/>
                        <a14:foregroundMark x1="34667" y1="14000" x2="34667" y2="14000"/>
                        <a14:foregroundMark x1="29533" y1="14563" x2="29533" y2="14563"/>
                        <a14:foregroundMark x1="27600" y1="7375" x2="27600" y2="7375"/>
                        <a14:foregroundMark x1="71733" y1="15625" x2="71733" y2="15625"/>
                        <a14:foregroundMark x1="71400" y1="32188" x2="71400" y2="32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583" y="4299419"/>
            <a:ext cx="1392831" cy="148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HP 內建Web server 使用教學for Linux - 腳印網頁資訊設計">
            <a:extLst>
              <a:ext uri="{FF2B5EF4-FFF2-40B4-BE49-F238E27FC236}">
                <a16:creationId xmlns:a16="http://schemas.microsoft.com/office/drawing/2014/main" id="{748FD152-23FD-FBA1-FA6B-207D36A6A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283" y="2496468"/>
            <a:ext cx="2164735" cy="113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255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8E61172-1430-DDD9-8383-F50F4C1D0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99" y="247106"/>
            <a:ext cx="11313401" cy="636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78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26</Words>
  <Application>Microsoft Office PowerPoint</Application>
  <PresentationFormat>寬螢幕</PresentationFormat>
  <Paragraphs>6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特定海域風浪分佈雲端查詢系統</vt:lpstr>
      <vt:lpstr>PowerPoint 簡報</vt:lpstr>
      <vt:lpstr>特定海域風浪分佈雲端查詢系統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5</cp:revision>
  <dcterms:created xsi:type="dcterms:W3CDTF">2026-06-02T07:32:16Z</dcterms:created>
  <dcterms:modified xsi:type="dcterms:W3CDTF">2026-06-02T07:51:22Z</dcterms:modified>
</cp:coreProperties>
</file>